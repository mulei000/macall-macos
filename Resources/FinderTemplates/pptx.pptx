
<file path=[Content_Types].xml><?xml version="1.0" encoding="utf-8"?>
<Types xmlns="http://schemas.openxmlformats.org/package/2006/relationship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resentation xmlns="http://schemas.openxmlformats.org/presentationml/2006/main" xmlns:r="http://schemas.openxmlformats.org/officeDocument/2006/relationships">
  <sldMasterIdLst>
    <sldMasterId id="2147483648" r:id="rId1"/>
  </sldMasterIdLst>
  <sldIdLst>
    <sldId id="256" r:id="rId2"/>
  </sldIdLst>
</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slideLayout xmlns="http://schemas.openxmlformats.org/presentationml/2006/main" xmlns:r="http://schemas.openxmlformats.org/officeDocument/2006/relationships" type="titleAndBody" masterId="2147483648">
  <cSld>
    <spTree>
      <nvGrpSpPr/>
      <grpSpPr/>
    </spTree>
  </cSld>
</slide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slideMaster xmlns="http://schemas.openxmlformats.org/presentationml/2006/main" xmlns:r="http://schemas.openxmlformats.org/officeDocument/2006/relationships">
  <cSld>
    <bg/>
    <spTree>
      <nvGrpSpPr/>
      <grpSpPr/>
    </spTree>
  </cSld>
  <clrMap bg1="lt1" tx1="dk1" bg2="lt2" tx2="dk2" accent1="accent1" accent2="accent2" accent3="accent3" accent4="accent4" accent5="accent5" accent6="accent6" hlink="hlink" folHlink="folHlink"/>
</slide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slide xmlns="http://schemas.openxmlformats.org/presentationml/2006/main" xmlns:r="http://schemas.openxmlformats.org/officeDocument/2006/relationships">
  <cSld>
    <spTree>
      <nvGrpSpPr/>
      <grpSpPr/>
    </spTree>
  </cSld>
</slide>
</file>